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EB5A44-19F3-4D30-C5E6-1D46F0EBE6F6}" v="114" dt="2026-02-12T09:02:39.104"/>
    <p1510:client id="{78F4BF42-3BDE-523A-5D4B-FFDAA116F483}" v="73" dt="2026-02-11T23:32:14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9584"/>
            <a:ext cx="9144000" cy="833522"/>
          </a:xfrm>
        </p:spPr>
        <p:txBody>
          <a:bodyPr>
            <a:normAutofit fontScale="90000"/>
          </a:bodyPr>
          <a:lstStyle/>
          <a:p>
            <a:r>
              <a:rPr lang="en-US" dirty="0"/>
              <a:t>Planning Phase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CC85-6403-5966-1DDC-A6E98893A789}"/>
              </a:ext>
            </a:extLst>
          </p:cNvPr>
          <p:cNvSpPr txBox="1"/>
          <p:nvPr/>
        </p:nvSpPr>
        <p:spPr>
          <a:xfrm>
            <a:off x="1648954" y="1412188"/>
            <a:ext cx="8734926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>
                <a:latin typeface="Calibri"/>
                <a:ea typeface="Calibri"/>
                <a:cs typeface="Calibri"/>
              </a:rPr>
              <a:t>Last week we completed Phase 1 of our project, which was the planning stage. </a:t>
            </a:r>
            <a:endParaRPr lang="en-US" sz="2000"/>
          </a:p>
          <a:p>
            <a:pPr marL="342900" indent="-342900">
              <a:buAutoNum type="arabicPeriod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2000" dirty="0">
                <a:ea typeface="+mn-lt"/>
                <a:cs typeface="+mn-lt"/>
              </a:rPr>
              <a:t>We set up our GitHub repository so we could manage the code and collaborate properly.</a:t>
            </a:r>
            <a:endParaRPr lang="en-US" sz="2000"/>
          </a:p>
          <a:p>
            <a:pPr marL="342900" indent="-342900">
              <a:buAutoNum type="arabicPeriod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2000" dirty="0">
                <a:ea typeface="+mn-lt"/>
                <a:cs typeface="+mn-lt"/>
              </a:rPr>
              <a:t>We assigned project ideal and features to each team member to ensure equal workload</a:t>
            </a:r>
          </a:p>
          <a:p>
            <a:pPr marL="342900" indent="-342900">
              <a:buAutoNum type="arabicPeriod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2000" dirty="0">
                <a:ea typeface="+mn-lt"/>
                <a:cs typeface="+mn-lt"/>
              </a:rPr>
              <a:t>Each person has clearly defined responsibilities for the project</a:t>
            </a:r>
          </a:p>
          <a:p>
            <a:pPr marL="342900" indent="-342900">
              <a:buAutoNum type="arabicPeriod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2000" dirty="0">
                <a:ea typeface="+mn-lt"/>
                <a:cs typeface="+mn-lt"/>
              </a:rPr>
              <a:t>All assigned planning tasks were completed and we’re now ready to move into development.</a:t>
            </a:r>
          </a:p>
          <a:p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Planning Phase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</cp:revision>
  <dcterms:created xsi:type="dcterms:W3CDTF">2026-02-11T23:28:55Z</dcterms:created>
  <dcterms:modified xsi:type="dcterms:W3CDTF">2026-02-12T09:03:29Z</dcterms:modified>
</cp:coreProperties>
</file>