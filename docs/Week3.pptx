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C3B9-FC88-0B19-B16C-6D02C50FF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538A9-3659-C95A-0FD8-A6406EC96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33653-C338-AE3C-D88B-A5638630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0AD96-212E-38EB-75CA-C4A75744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340BF-9A2F-7F7F-110C-2C99700B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66595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C3F4-914F-58A4-AB23-6FDFF1C6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ABABC-B928-188A-7158-52DCF2DD4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F5835-14A9-6FE0-E1CF-7CFCE738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A8B01-D050-3F65-65A7-7BCAC0A2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3F7A-63FB-4AE3-6796-C6E68419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446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C77D8-7554-C4F2-4273-EF7C9F7C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AACD8-CEF8-6424-C778-EB8E0D158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A848E-C6F2-DABE-2A65-3F3F34D1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6C8B1-C9B5-610F-2225-8046B037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D62C-FB80-0430-7D34-B4609E5F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297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BE351-1434-BD0B-6499-67EA5C8E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37A88-9573-46B4-4A7F-BCA494DAE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4D0EC3-2DA2-CD1E-5296-EF9450E31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4CFE41-E58F-0B66-69FC-AA25B551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2931E-9B85-D86E-CACA-D117FA8DC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E50FF-7131-0927-0873-45003865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175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C5A2-F629-6C67-457C-2B4A786A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10A3-F952-EF81-F3E4-4870C4F2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D28FF-A41A-0FC7-5AFD-457ED62C3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0C536-6880-7761-2DA3-20916B668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FF90AF-7D78-3B66-AE67-F714778DC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A74AB-FB9A-4BBB-4878-4F1F8C15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C3B23-02B4-8E61-312D-7A5E35C0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7D29B-6D3D-B784-822A-CC15E51E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1452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CAE-3BC6-F11F-35FC-2BF87E64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776A2-E6C7-473D-6F49-AA03EAFA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952D3-9F8D-E9B7-ACD6-7B4F1C71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62F7F-0D7A-43D9-1584-ABC4A22C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42324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1F3F-C926-63EA-481D-0F7F6D85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7EEE3-223F-8BEE-9EA3-D8DA2E485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5C11C-6763-AFA1-AAA4-179B07ECF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792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6969-5B39-CB84-F326-70F2B8E18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EC57-75BB-7A18-DD7E-EF22DDB0F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0EDDD-0405-D528-4F7D-4097376B4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42EDE-B558-D45C-F40E-3F36DAAC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C3AFE-BC22-7E2A-CFE6-A5B644B7B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1F8F8-ECF9-D12C-7362-F092DA8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5365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A1F5-6FE3-6806-05EB-C93F9AC7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5C4D2-B571-E40F-C9A8-5E514A12E2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1D941F-F104-764B-CB11-227EE6D0B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77112-1FFA-F5CF-B7A4-84F06A698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E8D77-DF48-E730-213C-D4896387B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FBE29-4473-3A24-7D89-12131D7C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81395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C4BD-DACA-A984-419D-1E5F8C34F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FD1EB-DFA1-A0D2-A5F8-273190682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0BA36-048F-4A83-CF4B-72CBCDD1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01D5-77B9-DB82-1FFF-4B74315C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8B5E-E8D4-635D-7645-C7137E500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3689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15C3C4-40DF-03F0-D493-F62C1BBE7A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27E36F-548F-237E-1AD6-6AB4EE9B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2D6A2-65CE-CA13-A4AE-D9649813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5F4C6-3D5B-EC39-F77D-AEF04EABA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D5DEC-8DDB-5E68-3390-00513977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271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69570-5151-4629-A67C-98319AE56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59A04-73B1-02D4-4230-3F1DCB20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D62E6-5750-65ED-02CA-FD1626669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58D20-4A56-4D4E-B0A9-74C2CD1164C0}" type="datetimeFigureOut">
              <a:rPr lang="en-IE" smtClean="0"/>
              <a:t>18/02/2026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7A05-AB3B-3F9D-9A80-7536DC8B8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44FEA-DAB8-B249-C58A-FB5BA4522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686A0B-5424-4632-B3B2-DD6855F511D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9638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44078-A957-9E87-7766-1CB6FCC37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Week 3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54FC0-A239-14D6-BCCF-36702637DA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Nusrath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522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FD7A-EB13-18A2-3E08-60BE0CB3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Week3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EC70E-8182-2939-C949-6FB146C96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441" y="1795848"/>
            <a:ext cx="8989541" cy="3590282"/>
          </a:xfrm>
        </p:spPr>
        <p:txBody>
          <a:bodyPr>
            <a:normAutofit/>
          </a:bodyPr>
          <a:lstStyle/>
          <a:p>
            <a:r>
              <a:rPr lang="en-GB" sz="3200" dirty="0"/>
              <a:t>Created User Stories</a:t>
            </a:r>
          </a:p>
          <a:p>
            <a:r>
              <a:rPr lang="en-GB" sz="3200" dirty="0"/>
              <a:t>Learned how to work together on </a:t>
            </a:r>
            <a:r>
              <a:rPr lang="en-GB" sz="3200" dirty="0" err="1"/>
              <a:t>github</a:t>
            </a:r>
            <a:r>
              <a:rPr lang="en-GB" sz="3200" dirty="0"/>
              <a:t> (push, pull, merge)</a:t>
            </a:r>
          </a:p>
          <a:p>
            <a:r>
              <a:rPr lang="en-GB" sz="3200" dirty="0"/>
              <a:t>Created branches for each feature on </a:t>
            </a:r>
            <a:r>
              <a:rPr lang="en-GB" sz="3200" dirty="0" err="1"/>
              <a:t>github</a:t>
            </a:r>
            <a:endParaRPr lang="en-GB" sz="3200" dirty="0"/>
          </a:p>
          <a:p>
            <a:r>
              <a:rPr lang="en-GB" sz="3200" dirty="0"/>
              <a:t>Created wireframe </a:t>
            </a:r>
          </a:p>
          <a:p>
            <a:r>
              <a:rPr lang="en-IE" sz="3200" dirty="0"/>
              <a:t>Finalised technologies used (java, </a:t>
            </a:r>
            <a:r>
              <a:rPr lang="en-IE" sz="3200" dirty="0" err="1"/>
              <a:t>javaSwing</a:t>
            </a:r>
            <a:r>
              <a:rPr lang="en-IE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7846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Week 3</vt:lpstr>
      <vt:lpstr>Week3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QUALTER - STUDENT</dc:creator>
  <cp:lastModifiedBy>FIONN QUALTER - STUDENT</cp:lastModifiedBy>
  <cp:revision>1</cp:revision>
  <dcterms:created xsi:type="dcterms:W3CDTF">2026-02-18T22:16:30Z</dcterms:created>
  <dcterms:modified xsi:type="dcterms:W3CDTF">2026-02-18T22:16:41Z</dcterms:modified>
</cp:coreProperties>
</file>