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F4BF42-3BDE-523A-5D4B-FFDAA116F483}" v="73" dt="2026-02-11T23:32:14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585"/>
            <a:ext cx="9144000" cy="833522"/>
          </a:xfrm>
        </p:spPr>
        <p:txBody>
          <a:bodyPr>
            <a:normAutofit fontScale="90000"/>
          </a:bodyPr>
          <a:lstStyle/>
          <a:p>
            <a:r>
              <a:rPr lang="en-US" dirty="0"/>
              <a:t>Planning Phase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2184" y="1306012"/>
            <a:ext cx="10297025" cy="82357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ea typeface="+mn-lt"/>
                <a:cs typeface="+mn-lt"/>
              </a:rPr>
              <a:t>Last week we completed Phase 1 of our project, which was the planning </a:t>
            </a:r>
            <a:r>
              <a:rPr lang="en-US">
                <a:ea typeface="+mn-lt"/>
                <a:cs typeface="+mn-lt"/>
              </a:rPr>
              <a:t>stage.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DCC85-6403-5966-1DDC-A6E98893A789}"/>
              </a:ext>
            </a:extLst>
          </p:cNvPr>
          <p:cNvSpPr txBox="1"/>
          <p:nvPr/>
        </p:nvSpPr>
        <p:spPr>
          <a:xfrm>
            <a:off x="1612231" y="2614863"/>
            <a:ext cx="873492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 We set up our GitHub repository so we could manage the code and collaborate </a:t>
            </a:r>
            <a:r>
              <a:rPr lang="en-US">
                <a:ea typeface="+mn-lt"/>
                <a:cs typeface="+mn-lt"/>
              </a:rPr>
              <a:t>properly.</a:t>
            </a:r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We divided the features between the team to make sure the workload was evenly shared.</a:t>
            </a:r>
          </a:p>
          <a:p>
            <a:pPr marL="342900" indent="-342900">
              <a:buAutoNum type="arabicPeriod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>
                <a:ea typeface="+mn-lt"/>
                <a:cs typeface="+mn-lt"/>
              </a:rPr>
              <a:t>All assigned planning tasks were completed and we’re now ready to move into development.</a:t>
            </a:r>
          </a:p>
          <a:p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Planning Phase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</cp:revision>
  <dcterms:created xsi:type="dcterms:W3CDTF">2026-02-11T23:28:55Z</dcterms:created>
  <dcterms:modified xsi:type="dcterms:W3CDTF">2026-02-11T23:32:55Z</dcterms:modified>
</cp:coreProperties>
</file>