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83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7FA265-46FC-3344-62B9-CD1F32769DD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82EC68F-C19F-728E-9E93-DD2EE0CA5D5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4B8CFAF-CBC5-F4E5-5A07-538A0BDE89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3213D7-804E-4398-820D-B3D1E1A8167B}" type="datetimeFigureOut">
              <a:rPr lang="en-IE" smtClean="0"/>
              <a:t>05/03/2026</a:t>
            </a:fld>
            <a:endParaRPr lang="en-I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2258CD8-BA92-A2A2-2066-57A6123103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BA90697-1DE7-476F-C36B-11915982BC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EFCEA1-B405-41AD-A4D7-D345F603E842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123565617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190C2C-4BDC-CFA1-173B-05D7E62292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DEB7B9D-B9CB-57F0-6880-3D3E97A7F89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C5E327D-6657-295F-9D49-B52B8555BB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3213D7-804E-4398-820D-B3D1E1A8167B}" type="datetimeFigureOut">
              <a:rPr lang="en-IE" smtClean="0"/>
              <a:t>05/03/2026</a:t>
            </a:fld>
            <a:endParaRPr lang="en-I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F3D0905-0770-DC13-45FB-5BB0714B05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082626A-FCBD-E556-53E0-53E19E1C51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EFCEA1-B405-41AD-A4D7-D345F603E842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12275051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139D8D-7C50-6D2A-7436-5039F800B8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4CDE417-2E20-6893-A500-E9034C68924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00D6339-264E-F6AA-CD98-D98EB5B23E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3213D7-804E-4398-820D-B3D1E1A8167B}" type="datetimeFigureOut">
              <a:rPr lang="en-IE" smtClean="0"/>
              <a:t>05/03/2026</a:t>
            </a:fld>
            <a:endParaRPr lang="en-I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BD98B9A-6C0D-1C39-84DA-DFE9F10F20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8C33086-8704-6A24-579E-B3396C7BD3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EFCEA1-B405-41AD-A4D7-D345F603E842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351677325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DBD93A-75AC-18EA-DE0F-DFA3322077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0463D19-528B-C514-0E57-A845CC60707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EA0F2B6-189A-AF11-6C94-37D76DCA977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7BB2E09-B603-326F-8EF8-FAD30C4C07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3213D7-804E-4398-820D-B3D1E1A8167B}" type="datetimeFigureOut">
              <a:rPr lang="en-IE" smtClean="0"/>
              <a:t>05/03/2026</a:t>
            </a:fld>
            <a:endParaRPr lang="en-I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375F6F5-8C84-EE16-A6BB-84B7B4B2BC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441BFFB-03B1-0EB3-4B91-73A2FF92C9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EFCEA1-B405-41AD-A4D7-D345F603E842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12343561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30FF6C-0EAD-7F0D-7762-DE92821739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8E6E843-0E0D-6DE4-87AA-D2020A7C52A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5587D5E-CDC2-BCED-E66D-A5AC6AFB707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5586B43-49E9-6169-CBA1-2B7AD6A1009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31712F4-CA2A-D396-6A22-99435DDDBCC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03D39A5-D3E7-18D6-2E69-10588EC0CB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3213D7-804E-4398-820D-B3D1E1A8167B}" type="datetimeFigureOut">
              <a:rPr lang="en-IE" smtClean="0"/>
              <a:t>05/03/2026</a:t>
            </a:fld>
            <a:endParaRPr lang="en-IE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8B5DBEA-3838-86AF-3476-62B6CC4674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9C362F2-78BA-C327-8165-B5F0848E5E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EFCEA1-B405-41AD-A4D7-D345F603E842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36344918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D92221-4F25-88A9-A248-7F070017FB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DDD89E2-2D15-A173-2E99-6130D7879A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3213D7-804E-4398-820D-B3D1E1A8167B}" type="datetimeFigureOut">
              <a:rPr lang="en-IE" smtClean="0"/>
              <a:t>05/03/2026</a:t>
            </a:fld>
            <a:endParaRPr lang="en-IE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A9F5F06-B85B-FEA3-1205-2A059D318A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9367AA6-D49A-FC20-BAE8-E289D2D784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EFCEA1-B405-41AD-A4D7-D345F603E842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319286785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8CE31C3-389F-A560-D19A-6AF980D9F5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3213D7-804E-4398-820D-B3D1E1A8167B}" type="datetimeFigureOut">
              <a:rPr lang="en-IE" smtClean="0"/>
              <a:t>05/03/2026</a:t>
            </a:fld>
            <a:endParaRPr lang="en-IE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418B1C3-EBC8-5A8F-C983-05340F8944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727004D-62FB-BD76-6FA2-9556D30015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EFCEA1-B405-41AD-A4D7-D345F603E842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196673838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CC815F-904C-91D2-3D59-BA499A0CFA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68AD54D-4E40-9C1B-6C68-7C98368EA05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30909CE-27E1-9A97-DFC7-E7539FC3AD7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3316E35-0CF9-54F1-25FD-34C7142889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3213D7-804E-4398-820D-B3D1E1A8167B}" type="datetimeFigureOut">
              <a:rPr lang="en-IE" smtClean="0"/>
              <a:t>05/03/2026</a:t>
            </a:fld>
            <a:endParaRPr lang="en-I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4F8B5BF-2339-DA09-655A-4704EA9146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522B2BF-E32E-BF81-9A80-3890028827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EFCEA1-B405-41AD-A4D7-D345F603E842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157689075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387E59-5F18-534F-6092-C0D31DDE43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4E710A6-B12A-7B9B-2516-831EAEAB8D6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348643D-0227-6EB0-2155-026476DE191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1FAF84A-DFA8-06FF-3938-A187FF41DF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3213D7-804E-4398-820D-B3D1E1A8167B}" type="datetimeFigureOut">
              <a:rPr lang="en-IE" smtClean="0"/>
              <a:t>05/03/2026</a:t>
            </a:fld>
            <a:endParaRPr lang="en-I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6EEF89E-1DDF-6C83-FE16-6C7C7F644C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A0F795F-F210-4B6D-B8A9-D216D8D21A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EFCEA1-B405-41AD-A4D7-D345F603E842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240526812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CACE7A-38AE-D965-2806-9620F4265C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8EBD24B-38E0-5C22-E2A8-D5C3B281588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85D270A-DCA6-5D4D-2609-34DB4EFEF2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3213D7-804E-4398-820D-B3D1E1A8167B}" type="datetimeFigureOut">
              <a:rPr lang="en-IE" smtClean="0"/>
              <a:t>05/03/2026</a:t>
            </a:fld>
            <a:endParaRPr lang="en-I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EC7879D-D117-5070-7A8B-11D95BE1B2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1E7EA8F-0002-CB2D-DB54-A4CDF2AB8C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EFCEA1-B405-41AD-A4D7-D345F603E842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42638116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8E70ADA-0C6D-AEA2-A910-48022248301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5FB8BAC-120E-5E52-29CB-9F6D2AFA89C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05035FF-2B32-7667-0E70-8E63AEEBDB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3213D7-804E-4398-820D-B3D1E1A8167B}" type="datetimeFigureOut">
              <a:rPr lang="en-IE" smtClean="0"/>
              <a:t>05/03/2026</a:t>
            </a:fld>
            <a:endParaRPr lang="en-I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FE4739B-30B1-3AB7-2F0F-4AB5DF967B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5D0139-9294-BF5C-B773-47E90ACDDA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EFCEA1-B405-41AD-A4D7-D345F603E842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284033043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22A49A9-AFA0-30E4-BD86-21AD1EF973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18B417E-5399-997F-D47C-5455FD8F0B3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3E09CD6-6B6E-CDA2-3B75-F4D08AB023C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33213D7-804E-4398-820D-B3D1E1A8167B}" type="datetimeFigureOut">
              <a:rPr lang="en-IE" smtClean="0"/>
              <a:t>05/03/2026</a:t>
            </a:fld>
            <a:endParaRPr lang="en-I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FC7DBB6-8BB8-8BD6-F1C7-174AE09C5E4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CE93230-5F66-E584-8699-110E0FB120E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7EFCEA1-B405-41AD-A4D7-D345F603E842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160685489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58B30E-10B5-ED47-1899-438174E4561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265177"/>
            <a:ext cx="9144000" cy="941831"/>
          </a:xfrm>
        </p:spPr>
        <p:txBody>
          <a:bodyPr/>
          <a:lstStyle/>
          <a:p>
            <a:r>
              <a:rPr lang="en-US" dirty="0"/>
              <a:t>Things we did</a:t>
            </a:r>
            <a:endParaRPr lang="en-IE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2EC8862-7345-38B4-B4D2-1BFB7ED93AE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1463040"/>
            <a:ext cx="9144000" cy="3794760"/>
          </a:xfrm>
        </p:spPr>
        <p:txBody>
          <a:bodyPr>
            <a:normAutofit/>
          </a:bodyPr>
          <a:lstStyle/>
          <a:p>
            <a:r>
              <a:rPr lang="en-IE" dirty="0"/>
              <a:t>We Decided properly on our Architecture</a:t>
            </a:r>
          </a:p>
          <a:p>
            <a:r>
              <a:rPr lang="en-IE" dirty="0"/>
              <a:t>Made a test repository</a:t>
            </a:r>
          </a:p>
          <a:p>
            <a:r>
              <a:rPr lang="en-IE" dirty="0"/>
              <a:t>Tested the code in the repository</a:t>
            </a:r>
          </a:p>
          <a:p>
            <a:r>
              <a:rPr lang="en-IE" dirty="0"/>
              <a:t>Assigned tasks to new group member</a:t>
            </a:r>
          </a:p>
          <a:p>
            <a:r>
              <a:rPr lang="en-IE" dirty="0"/>
              <a:t>Made sure all new how to use code</a:t>
            </a:r>
          </a:p>
          <a:p>
            <a:r>
              <a:rPr lang="en-IE" dirty="0"/>
              <a:t>Planned out the </a:t>
            </a:r>
            <a:r>
              <a:rPr lang="en-IE"/>
              <a:t>initial steps</a:t>
            </a:r>
            <a:endParaRPr lang="en-IE" dirty="0"/>
          </a:p>
          <a:p>
            <a:endParaRPr lang="en-IE" dirty="0"/>
          </a:p>
        </p:txBody>
      </p:sp>
    </p:spTree>
    <p:extLst>
      <p:ext uri="{BB962C8B-B14F-4D97-AF65-F5344CB8AC3E}">
        <p14:creationId xmlns:p14="http://schemas.microsoft.com/office/powerpoint/2010/main" val="127646512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38</Words>
  <Application>Microsoft Office PowerPoint</Application>
  <PresentationFormat>Widescreen</PresentationFormat>
  <Paragraphs>7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Things we did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CALLUM STEWART - STUDENT</dc:creator>
  <cp:lastModifiedBy>CALLUM STEWART - STUDENT</cp:lastModifiedBy>
  <cp:revision>1</cp:revision>
  <dcterms:created xsi:type="dcterms:W3CDTF">2026-03-05T08:04:12Z</dcterms:created>
  <dcterms:modified xsi:type="dcterms:W3CDTF">2026-03-05T08:06:37Z</dcterms:modified>
</cp:coreProperties>
</file>